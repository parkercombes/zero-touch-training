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54" d="100"/>
          <a:sy n="154" d="100"/>
        </p:scale>
        <p:origin x="3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971550"/>
            <a:ext cx="109728" cy="3200400"/>
          </a:xfrm>
          <a:prstGeom prst="rect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ZERO-TOUCH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CADCFC"/>
                </a:solidFill>
                <a:latin typeface="Georgia"/>
              </a:defRPr>
            </a:pPr>
            <a:r>
              <a:t>AI-Generated ERP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ADCFC"/>
                </a:solidFill>
                <a:latin typeface="Georgia"/>
              </a:defRPr>
            </a:pPr>
            <a:r>
              <a:t>We're not building training. We're compiling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Proof of Concept ·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71600"/>
            <a:ext cx="2560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2011679" cy="18288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to build one training</a:t>
            </a:r>
            <a:br/>
            <a:r>
              <a:t>course by hand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508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377440"/>
            <a:ext cx="2011679" cy="18288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before training catches</a:t>
            </a:r>
            <a:br/>
            <a:r>
              <a:t>up to system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25603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E8B84B"/>
                </a:solidFill>
                <a:latin typeface="Georgia"/>
              </a:defRPr>
            </a:pPr>
            <a:r>
              <a:t>Ongoing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377440"/>
            <a:ext cx="2011679" cy="18288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retraining due to</a:t>
            </a:r>
            <a:br/>
            <a:r>
              <a:t>staff turnover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What If Training Wrote Itself?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286000" cy="10972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Your existing</a:t>
            </a:r>
            <a:br/>
            <a:r>
              <a:t>test scripts &amp;</a:t>
            </a:r>
            <a:br/>
            <a:r>
              <a:t>process models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2377440"/>
            <a:ext cx="457200" cy="365760"/>
          </a:xfrm>
          <a:prstGeom prst="rightArrow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49039" y="2011680"/>
            <a:ext cx="2286000" cy="1097280"/>
          </a:xfrm>
          <a:prstGeom prst="roundRect">
            <a:avLst/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8620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 turns them</a:t>
            </a:r>
            <a:br/>
            <a:r>
              <a:t>into training</a:t>
            </a:r>
            <a:br/>
            <a:r>
              <a:t>automatically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2377440"/>
            <a:ext cx="457200" cy="365760"/>
          </a:xfrm>
          <a:prstGeom prst="rightArrow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0" y="2011680"/>
            <a:ext cx="2286000" cy="1097280"/>
          </a:xfrm>
          <a:prstGeom prst="round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148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Videos, job aids,</a:t>
            </a:r>
            <a:br/>
            <a:r>
              <a:t>simulations,</a:t>
            </a:r>
            <a:br/>
            <a:r>
              <a:t>in-app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When the system changes, training updates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What We've Built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761"/>
                </a:solidFill>
                <a:latin typeface="Georgia"/>
              </a:defRPr>
            </a:pPr>
            <a:r>
              <a:t>Content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Process explainer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Step-by-step walkthroughs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Role-specific job aids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In-app guidance drafts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"Why we do it this way" guides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761"/>
                </a:solidFill>
                <a:latin typeface="Georgia"/>
              </a:defRPr>
            </a:pPr>
            <a:r>
              <a:t>Interactive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SAP screen simulation (browser-based)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5 different warehouse types built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Game mechanics designed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37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AI-generated video with lip-synced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✓ Works on any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AI Video That Teaches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ADCFC"/>
                </a:solidFill>
                <a:latin typeface="Calibri"/>
              </a:defRPr>
            </a:pPr>
            <a:r>
              <a:t>Characters explain ERP processes — built for social media and short attention spans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2560320"/>
          </a:xfrm>
          <a:prstGeom prst="roundRect">
            <a:avLst/>
          </a:prstGeom>
          <a:solidFill>
            <a:srgbClr val="324696"/>
          </a:solidFill>
          <a:ln>
            <a:solidFill>
              <a:srgbClr val="32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ADCFC"/>
                </a:solidFill>
                <a:latin typeface="Calibri"/>
              </a:defRPr>
            </a:pPr>
            <a:r>
              <a:t>Version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Still images with voiceover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8B84B"/>
                </a:solidFill>
                <a:latin typeface="Calibri"/>
              </a:defRPr>
            </a:pPr>
            <a:r>
              <a:t>~$1 per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840480" cy="2560320"/>
          </a:xfrm>
          <a:prstGeom prst="roundRect">
            <a:avLst/>
          </a:prstGeom>
          <a:solidFill>
            <a:srgbClr val="324696"/>
          </a:solidFill>
          <a:ln>
            <a:solidFill>
              <a:srgbClr val="324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B84B"/>
                </a:solidFill>
                <a:latin typeface="Calibri"/>
              </a:defRPr>
            </a:pPr>
            <a:r>
              <a:t>Version 2 (Current)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Real video with lip-synced audio</a:t>
            </a:r>
            <a:br/>
            <a:r>
              <a:t>4 distinct characters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347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8B84B"/>
                </a:solidFill>
                <a:latin typeface="Calibri"/>
              </a:defRPr>
            </a:pPr>
            <a:r>
              <a:rPr dirty="0"/>
              <a:t>~$</a:t>
            </a:r>
            <a:r>
              <a:rPr lang="en-US" dirty="0"/>
              <a:t>4</a:t>
            </a:r>
            <a:r>
              <a:rPr dirty="0"/>
              <a:t> per video</a:t>
            </a:r>
            <a:r>
              <a:rPr lang="en-US" dirty="0"/>
              <a:t> uses Google Veo 3 – fast (and cheap).  Using Google Veo 3 is ~$32 per video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Training That Feels Like a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19" y="1645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8619" y="1645920"/>
            <a:ext cx="1920240" cy="228600"/>
          </a:xfrm>
          <a:prstGeom prst="rect">
            <a:avLst/>
          </a:prstGeom>
          <a:solidFill>
            <a:srgbClr val="2D7D46"/>
          </a:solidFill>
          <a:ln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59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Learn the screen.</a:t>
            </a:r>
            <a:br/>
            <a:r>
              <a:t>No pressure.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7460" y="1645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37460" y="1645920"/>
            <a:ext cx="1920240" cy="228600"/>
          </a:xfrm>
          <a:prstGeom prst="rect">
            <a:avLst/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890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GUIDED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90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Follow prompts.</a:t>
            </a:r>
            <a:br/>
            <a:r>
              <a:t>Build habits.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6300" y="1645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86300" y="1645920"/>
            <a:ext cx="1920240" cy="228600"/>
          </a:xfrm>
          <a:prstGeom prst="rect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774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ON YOUR 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774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Hints cost points.</a:t>
            </a:r>
            <a:br/>
            <a:r>
              <a:t>Think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5140" y="1645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35140" y="1645920"/>
            <a:ext cx="1920240" cy="2286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265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6580" y="23774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Timer on.</a:t>
            </a:r>
            <a:br/>
            <a:r>
              <a:t>No help. Scored.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Leaderboards · Achievements · Narrative scenarios · Instant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Works for Any Warehouse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1440" cy="548640"/>
          </a:xfrm>
          <a:prstGeom prst="rect">
            <a:avLst/>
          </a:prstGeom>
          <a:solidFill>
            <a:srgbClr val="4A90D9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Standard Dry Goods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4475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Basic receiving, no special handling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91440" cy="548640"/>
          </a:xfrm>
          <a:prstGeom prst="rect">
            <a:avLst/>
          </a:prstGeom>
          <a:solidFill>
            <a:srgbClr val="50B4B4"/>
          </a:solidFill>
          <a:ln>
            <a:solidFill>
              <a:srgbClr val="5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Perishable / Cold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7627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Temperature tracking, lot numbers, inspections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91440" cy="548640"/>
          </a:xfrm>
          <a:prstGeom prst="rect">
            <a:avLst/>
          </a:prstGeom>
          <a:solidFill>
            <a:srgbClr val="2D7D46"/>
          </a:solidFill>
          <a:ln>
            <a:solidFill>
              <a:srgbClr val="2D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Pharmaceutical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0779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Regulatory compliance, certificates, quality holds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91440" cy="548640"/>
          </a:xfrm>
          <a:prstGeom prst="rect">
            <a:avLst/>
          </a:prstGeom>
          <a:solidFill>
            <a:srgbClr val="C85050"/>
          </a:solidFill>
          <a:ln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393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Hazardous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3931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Safety classifications, DOT/OSHA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5F8FC"/>
          </a:solidFill>
          <a:ln w="63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91440" cy="548640"/>
          </a:xfrm>
          <a:prstGeom prst="rect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3708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Serialized / High-Value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7083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Asset tracking, secure storage, manager 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Georgia"/>
              </a:defRPr>
            </a:pPr>
            <a:r>
              <a:t>Built in 16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B84B"/>
                </a:solidFill>
                <a:latin typeface="Georgia"/>
              </a:defRPr>
            </a:pPr>
            <a:r>
              <a:t>Off-hours work · Less than $200 in AI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716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Feb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556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Started from scratch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3716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Feb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3288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Full content generation pipeline 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3716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Feb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101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AI video + interactive game trainer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1371600" cy="640080"/>
          </a:xfrm>
          <a:prstGeom prst="roundRect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Feb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0873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Proof of Concept 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What We Need to Go Further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54864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Real System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Connect to live test scripts and process models instead of sample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6459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00600" y="1645920"/>
            <a:ext cx="3840480" cy="54864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8348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In-App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1488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Publish the generated guidance inside the actual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3840480" cy="54864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Learning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Host the trainer and videos where employees already go for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35204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00600" y="3520440"/>
            <a:ext cx="3840480" cy="54864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3657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E2761"/>
                </a:solidFill>
                <a:latin typeface="Calibri"/>
              </a:defRPr>
            </a:pPr>
            <a:r>
              <a:t>A Pilot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0233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The generator works — now we need a real warehouse to prove it 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971550"/>
            <a:ext cx="109728" cy="3200400"/>
          </a:xfrm>
          <a:prstGeom prst="rect">
            <a:avLst/>
          </a:prstGeom>
          <a:solidFill>
            <a:srgbClr val="E8B84B"/>
          </a:solidFill>
          <a:ln>
            <a:solidFill>
              <a:srgbClr val="E8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1">
                <a:solidFill>
                  <a:srgbClr val="FFFFFF"/>
                </a:solidFill>
                <a:latin typeface="Georgia"/>
              </a:defRPr>
            </a:pPr>
            <a:r>
              <a:t>We're not building training.</a:t>
            </a:r>
            <a:br/>
            <a:r>
              <a:t>We're compiling it from the same assets</a:t>
            </a:r>
            <a:br/>
            <a:r>
              <a:t>that already keep the system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ADCFC"/>
                </a:solidFill>
                <a:latin typeface="Calibri"/>
              </a:defRPr>
            </a:pPr>
            <a:r>
              <a:t>Zero-Touch Training · Proof of Concept · February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696B4"/>
                </a:solidFill>
                <a:latin typeface="Calibri"/>
              </a:defRPr>
            </a:pPr>
            <a:r>
              <a:t>16 days · &lt; $200 · Layers 1–5 functional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463</Words>
  <Application>Microsoft Macintosh PowerPoint</Application>
  <PresentationFormat>On-screen Show (16:9)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Bill Parker-Combes</cp:lastModifiedBy>
  <cp:revision>2</cp:revision>
  <dcterms:created xsi:type="dcterms:W3CDTF">2013-01-27T09:14:16Z</dcterms:created>
  <dcterms:modified xsi:type="dcterms:W3CDTF">2026-02-27T01:16:56Z</dcterms:modified>
  <cp:category/>
</cp:coreProperties>
</file>